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Inter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ebced2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ebced2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eebced20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eebced20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eebced20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eebced20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eebced20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eebced20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SkillHire: Gig Worker Marketplace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1132">
                <a:solidFill>
                  <a:schemeClr val="lt1"/>
                </a:solidFill>
              </a:rPr>
              <a:t>B</a:t>
            </a:r>
            <a:r>
              <a:rPr b="1" lang="en-GB" sz="1132">
                <a:solidFill>
                  <a:schemeClr val="lt1"/>
                </a:solidFill>
              </a:rPr>
              <a:t>y STUTI SAXENA</a:t>
            </a:r>
            <a:endParaRPr b="1" sz="11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Problem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Your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Working (Method/</a:t>
            </a:r>
            <a:r>
              <a:rPr lang="en-GB"/>
              <a:t>Mind map</a:t>
            </a:r>
            <a:r>
              <a:rPr lang="en-GB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Conclusion.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/>
              <a:t>Note: Slides (excluding Thank-you and Introduction slide) should not be more than 4.</a:t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Gig Worker Marketplace Website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The objective of this project is to design and develop a </a:t>
            </a:r>
            <a:r>
              <a:rPr b="1" lang="en-GB" sz="1300">
                <a:solidFill>
                  <a:schemeClr val="dk1"/>
                </a:solidFill>
              </a:rPr>
              <a:t>fully responsive multi-page website</a:t>
            </a:r>
            <a:r>
              <a:rPr lang="en-GB" sz="1300">
                <a:solidFill>
                  <a:schemeClr val="dk1"/>
                </a:solidFill>
              </a:rPr>
              <a:t> for a gig worker marketplace.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The platform should allow users to: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Browse short-term hourly job services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Filter workers by </a:t>
            </a:r>
            <a:r>
              <a:rPr b="1" lang="en-GB" sz="1300">
                <a:solidFill>
                  <a:schemeClr val="dk1"/>
                </a:solidFill>
              </a:rPr>
              <a:t>service category and location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View worker </a:t>
            </a:r>
            <a:r>
              <a:rPr b="1" lang="en-GB" sz="1300">
                <a:solidFill>
                  <a:schemeClr val="dk1"/>
                </a:solidFill>
              </a:rPr>
              <a:t>availability and hourly rates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Book service slots easily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The website must include: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Structured UI design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Responsive layout for mobile devices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CSS animations and UI effects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Functional JavaScript features for booking and filtering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/>
              <a:t>Your Solution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To solve this problem, we developed a </a:t>
            </a:r>
            <a:r>
              <a:rPr b="1" lang="en-GB" sz="1300">
                <a:solidFill>
                  <a:schemeClr val="dk1"/>
                </a:solidFill>
              </a:rPr>
              <a:t>responsive gig worker marketplace website</a:t>
            </a:r>
            <a:r>
              <a:rPr lang="en-GB" sz="1300">
                <a:solidFill>
                  <a:schemeClr val="dk1"/>
                </a:solidFill>
              </a:rPr>
              <a:t> using modern front-end technologies.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Technologies Used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HTML for website structure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CSS for layout, responsiveness, and animations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JavaScript for interactive functionality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Key Features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Service category grid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Worker profile cards with availability tags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Booking slot selection system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Location-based filtering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Total booking cost calculation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The website provides an </a:t>
            </a:r>
            <a:r>
              <a:rPr b="1" lang="en-GB" sz="1300">
                <a:solidFill>
                  <a:schemeClr val="dk1"/>
                </a:solidFill>
              </a:rPr>
              <a:t>easy and efficient way to connect users with gig workers.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260075" y="202275"/>
            <a:ext cx="554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0" name="Google Shape;80;p17" title="skill_share_flowchart_v3_17734066285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86700" y="115575"/>
            <a:ext cx="554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</a:rPr>
              <a:t>Working(Method/MindMap)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The Gig Worker Marketplace website demonstrates how </a:t>
            </a:r>
            <a:r>
              <a:rPr b="1" lang="en-GB" sz="1300">
                <a:solidFill>
                  <a:schemeClr val="dk1"/>
                </a:solidFill>
              </a:rPr>
              <a:t>modern web technologies</a:t>
            </a:r>
            <a:r>
              <a:rPr lang="en-GB" sz="1300">
                <a:solidFill>
                  <a:schemeClr val="dk1"/>
                </a:solidFill>
              </a:rPr>
              <a:t> can be used to build an interactive service platform.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Key Outcomes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Responsive multi-page website design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Organized service and worker profiles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Dynamic booking slot system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User-friendly interface with animations and filtering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This project shows how </a:t>
            </a:r>
            <a:r>
              <a:rPr b="1" lang="en-GB" sz="1300">
                <a:solidFill>
                  <a:schemeClr val="dk1"/>
                </a:solidFill>
              </a:rPr>
              <a:t>HTML, CSS, and JavaScript</a:t>
            </a:r>
            <a:r>
              <a:rPr lang="en-GB" sz="1300">
                <a:solidFill>
                  <a:schemeClr val="dk1"/>
                </a:solidFill>
              </a:rPr>
              <a:t> can be combined to create a functional front-end application. The system can be further expanded with </a:t>
            </a:r>
            <a:r>
              <a:rPr b="1" lang="en-GB" sz="1300">
                <a:solidFill>
                  <a:schemeClr val="dk1"/>
                </a:solidFill>
              </a:rPr>
              <a:t>databases, authentication, and backend integration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3" name="Google Shape;93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